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9BB9E7-567F-49BB-E724-AB7D1E3C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345A3D4-FDDC-2B88-FD61-63235B6D5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F86E4-68AA-4DB6-817E-17FE8846507E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38DE943-355A-AF17-318E-389C723D3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570C7C0-966A-E17F-53C0-7A916924A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FE4FD-9E06-4C8D-9515-9A1AF270D0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179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D82F494-4E4C-C8D1-A27E-10FCCAC68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74FEC5-87AB-4FE6-6F66-1E80F5A02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B95569-1064-6E71-8D34-4CA434F97F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CF86E4-68AA-4DB6-817E-17FE8846507E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E34B10-E5EA-44CE-9662-260CF75567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FB39CC-FF07-B2E3-1652-53F03FDF4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6FE4FD-9E06-4C8D-9515-9A1AF270D0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259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1AE47D3-3DC8-15FE-531B-39317AF0A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40FFFBB-BE60-78C0-5C19-AD56F129BF5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460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36C8C68-FC26-8AAB-0B5D-035651CDC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B7E1BBE-814F-7659-A518-96ACC71F081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D679579-CC3C-9ABC-FB47-E6AA86962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5B3675A-D0A0-7FAA-ECFF-918CA52A035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022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688CACA-10FA-C306-2373-9B6C65EF8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2655D9A-E6AF-E9A8-0D9D-83036D8FF48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570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A97B0E5-8B81-B58E-251F-A069A7C5C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5F64D86-8CC1-75A7-4B45-A51829AA5AF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200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F2B6495-88D0-6B7C-1C75-C88AD2268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EAA6C5D-0832-E799-5B4E-56BC1FD3296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20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F76F028-EBA6-6E4D-1496-FE9BC4CB6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8FEBBD9-DFC3-96AE-34FB-2A6DC7C3B67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547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B00001A-A0BF-6CF7-18D0-9316CC719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A11C8AD-5F87-729F-B077-B49CE049ED6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077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4349953-940E-FB79-EDC6-6F90F27BB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6806F9B-44C5-9FF5-A77B-8B10BD8D40A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184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B235BC5-B2E0-C8B8-C99F-3304E9DDF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F1B725A-4FF8-BD18-182C-77E4DEFBC98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635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0347386-175D-9949-9124-1E0591791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864E99A-E80D-B12E-7A0E-CFAF3CA57A4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584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88361E4-8C5C-8E15-4E1B-CA9E1819F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60B6F43-4A01-A6E6-34F5-200ECF732B2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723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81BE6AB-0362-567C-8230-E280723B6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97D6B44-3538-9464-A222-5365AF495B9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167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C39DA9D-43FE-B666-928A-818170225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7EE72C3-ADB4-7AA0-F100-EA2D609822E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154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5EAB969-7E2B-D073-A640-A4D29DBA2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2DF0B5B-97E1-BDDC-9E9A-5ED74DC11F7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991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D2091FA-6999-0CB4-662A-DBD68D9AB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03240DB-886A-D001-C264-7C92BC66336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521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FF78046-08AC-472D-7355-559E56979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56CD769-45F3-71EF-FF32-8FA4658D9B7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5820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C8CBE29-4CFA-64A6-E993-3E1E85503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9CA0E78-1AC0-E77F-F8A9-B6FB6744161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059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25A5B05-FC15-9244-D7B4-A8ECA63B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EE63875-5200-782A-7C73-F6A99889EE0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9824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ABCB7C8-C740-18EF-DA75-CBB831E38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B5E5B9B-5323-6412-B595-AF8AB3DBFA4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7155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90E3394-0AA3-165F-D438-8AE855E92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239C3DF-98B7-530C-7316-9F92B6D1C6F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2630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936C02E-AC67-5E65-7B97-5EC679EED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13E0296-EC52-310B-3751-2301E4F4AB7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562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6" baseType="lpstr">
      <vt:lpstr>等线 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a94126</dc:creator>
  <cp:lastModifiedBy>a94126</cp:lastModifiedBy>
  <cp:revision>1</cp:revision>
  <dcterms:created xsi:type="dcterms:W3CDTF">2026-09-02T09:35:27Z</dcterms:created>
  <dcterms:modified xsi:type="dcterms:W3CDTF">2026-09-02T09:35:27Z</dcterms:modified>
</cp:coreProperties>
</file>